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notesSlides/notesSlide5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4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88717-FCB7-D622-D414-E408A8560A57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CB6B4-620F-597E-DCE6-B9A5FB056CB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424A6E-5AD2-D234-3509-515691169E87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0DCB59-74D7-EA8D-6FDE-DBFE05750178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76D8D2-3456-696A-4B1E-F2FF808604C2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</a:t>
            </a:r>
            <a:r>
              <a:rPr lang="en-US"/>
              <a:t>i</a:t>
            </a:r>
            <a:r>
              <a:rPr lang="ru-RU"/>
              <a:t>-карьера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Задуманный нами функционал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07213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1974" y="733629"/>
            <a:ext cx="10725149" cy="5390739"/>
          </a:xfrm>
          <a:prstGeom prst="rect">
            <a:avLst/>
          </a:prstGeom>
        </p:spPr>
      </p:pic>
      <p:sp>
        <p:nvSpPr>
          <p:cNvPr id="405965891" name=""/>
          <p:cNvSpPr/>
          <p:nvPr/>
        </p:nvSpPr>
        <p:spPr bwMode="auto">
          <a:xfrm flipH="0" flipV="0">
            <a:off x="8364899" y="457199"/>
            <a:ext cx="1638299" cy="1219199"/>
          </a:xfrm>
          <a:prstGeom prst="donut">
            <a:avLst>
              <a:gd name="adj" fmla="val 1349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0533625" name=""/>
          <p:cNvSpPr/>
          <p:nvPr/>
        </p:nvSpPr>
        <p:spPr bwMode="auto">
          <a:xfrm flipH="0" flipV="0">
            <a:off x="4821599" y="2971798"/>
            <a:ext cx="2266949" cy="1219199"/>
          </a:xfrm>
          <a:prstGeom prst="donut">
            <a:avLst>
              <a:gd name="adj" fmla="val 1349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569815" name=""/>
          <p:cNvSpPr txBox="1"/>
          <p:nvPr/>
        </p:nvSpPr>
        <p:spPr bwMode="auto">
          <a:xfrm flipH="0" flipV="0">
            <a:off x="8174399" y="114300"/>
            <a:ext cx="76415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/>
              <a:t>1</a:t>
            </a:r>
            <a:endParaRPr/>
          </a:p>
        </p:txBody>
      </p:sp>
      <p:sp>
        <p:nvSpPr>
          <p:cNvPr id="950554768" name=""/>
          <p:cNvSpPr txBox="1"/>
          <p:nvPr/>
        </p:nvSpPr>
        <p:spPr bwMode="auto">
          <a:xfrm flipH="0" flipV="0">
            <a:off x="7088549" y="3108780"/>
            <a:ext cx="76523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/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6528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4749" y="822270"/>
            <a:ext cx="10296849" cy="5213457"/>
          </a:xfrm>
          <a:prstGeom prst="rect">
            <a:avLst/>
          </a:prstGeom>
        </p:spPr>
      </p:pic>
      <p:sp>
        <p:nvSpPr>
          <p:cNvPr id="1406469898" name=""/>
          <p:cNvSpPr/>
          <p:nvPr/>
        </p:nvSpPr>
        <p:spPr bwMode="auto">
          <a:xfrm flipH="0" flipV="0">
            <a:off x="5073849" y="3162298"/>
            <a:ext cx="1958649" cy="917575"/>
          </a:xfrm>
          <a:prstGeom prst="donut">
            <a:avLst>
              <a:gd name="adj" fmla="val 1349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0330167" name=""/>
          <p:cNvSpPr/>
          <p:nvPr/>
        </p:nvSpPr>
        <p:spPr bwMode="auto">
          <a:xfrm flipH="0" flipV="0">
            <a:off x="5073849" y="3984624"/>
            <a:ext cx="1958649" cy="952500"/>
          </a:xfrm>
          <a:prstGeom prst="donut">
            <a:avLst>
              <a:gd name="adj" fmla="val 1349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200931" name=""/>
          <p:cNvSpPr txBox="1"/>
          <p:nvPr/>
        </p:nvSpPr>
        <p:spPr bwMode="auto">
          <a:xfrm flipH="0" flipV="0">
            <a:off x="509624" y="253999"/>
            <a:ext cx="55634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/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21303" name=""/>
          <p:cNvSpPr txBox="1"/>
          <p:nvPr/>
        </p:nvSpPr>
        <p:spPr bwMode="auto">
          <a:xfrm flipH="0" flipV="0">
            <a:off x="1160499" y="444499"/>
            <a:ext cx="74684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/>
              <a:t>1</a:t>
            </a:r>
            <a:endParaRPr sz="2800"/>
          </a:p>
        </p:txBody>
      </p:sp>
      <p:pic>
        <p:nvPicPr>
          <p:cNvPr id="12736325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1047" y="365124"/>
            <a:ext cx="8809904" cy="62768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16125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35249" y="349249"/>
            <a:ext cx="6700874" cy="6390009"/>
          </a:xfrm>
          <a:prstGeom prst="rect">
            <a:avLst/>
          </a:prstGeom>
        </p:spPr>
      </p:pic>
      <p:sp>
        <p:nvSpPr>
          <p:cNvPr id="1283551566" name=""/>
          <p:cNvSpPr txBox="1"/>
          <p:nvPr/>
        </p:nvSpPr>
        <p:spPr bwMode="auto">
          <a:xfrm flipH="0" flipV="0">
            <a:off x="2033624" y="158749"/>
            <a:ext cx="7154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/>
              <a:t>1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231299" name=""/>
          <p:cNvSpPr txBox="1"/>
          <p:nvPr/>
        </p:nvSpPr>
        <p:spPr bwMode="auto">
          <a:xfrm flipH="0" flipV="0">
            <a:off x="1382749" y="253999"/>
            <a:ext cx="9849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/>
              <a:t>2</a:t>
            </a:r>
            <a:endParaRPr/>
          </a:p>
        </p:txBody>
      </p:sp>
      <p:pic>
        <p:nvPicPr>
          <p:cNvPr id="1703428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6637" y="119062"/>
            <a:ext cx="4902562" cy="6529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ONLYOFFICE/8.3.1.25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2026-04-05T05:59:44Z</dcterms:modified>
</cp:coreProperties>
</file>